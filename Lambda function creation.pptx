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31BD8-C3BC-4429-901E-1BD230D2647E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6BBD-A984-4ABC-83D7-3ABDA55377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776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31BD8-C3BC-4429-901E-1BD230D2647E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6BBD-A984-4ABC-83D7-3ABDA55377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51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31BD8-C3BC-4429-901E-1BD230D2647E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6BBD-A984-4ABC-83D7-3ABDA55377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614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31BD8-C3BC-4429-901E-1BD230D2647E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6BBD-A984-4ABC-83D7-3ABDA55377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682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31BD8-C3BC-4429-901E-1BD230D2647E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6BBD-A984-4ABC-83D7-3ABDA55377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626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31BD8-C3BC-4429-901E-1BD230D2647E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6BBD-A984-4ABC-83D7-3ABDA55377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602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31BD8-C3BC-4429-901E-1BD230D2647E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6BBD-A984-4ABC-83D7-3ABDA55377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700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31BD8-C3BC-4429-901E-1BD230D2647E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6BBD-A984-4ABC-83D7-3ABDA55377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649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31BD8-C3BC-4429-901E-1BD230D2647E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6BBD-A984-4ABC-83D7-3ABDA55377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6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31BD8-C3BC-4429-901E-1BD230D2647E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6BBD-A984-4ABC-83D7-3ABDA55377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549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31BD8-C3BC-4429-901E-1BD230D2647E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6BBD-A984-4ABC-83D7-3ABDA55377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745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D31BD8-C3BC-4429-901E-1BD230D2647E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A6BBD-A984-4ABC-83D7-3ABDA55377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777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Container Registry in AWS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273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mypc</dc:creator>
  <cp:lastModifiedBy>mypc</cp:lastModifiedBy>
  <cp:revision>2</cp:revision>
  <dcterms:created xsi:type="dcterms:W3CDTF">2024-12-18T16:12:21Z</dcterms:created>
  <dcterms:modified xsi:type="dcterms:W3CDTF">2024-12-18T16:37:28Z</dcterms:modified>
</cp:coreProperties>
</file>